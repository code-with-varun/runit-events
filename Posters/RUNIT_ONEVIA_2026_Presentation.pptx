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TH SLOGAN 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097280"/>
            <a:ext cx="4480560" cy="1535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9260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RUNIT ONEVIA 2026</a:t>
            </a:r>
          </a:p>
          <a:p>
            <a:pPr algn="ctr">
              <a:defRPr sz="2200">
                <a:solidFill>
                  <a:srgbClr val="06B6D4"/>
                </a:solidFill>
                <a:latin typeface="Segoe UI"/>
              </a:defRPr>
            </a:pPr>
            <a:r>
              <a:t>One Vision.  One Community.  One Direction.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4389120"/>
            <a:ext cx="4114800" cy="640080"/>
          </a:xfrm>
          <a:prstGeom prst="roundRect">
            <a:avLst/>
          </a:prstGeom>
          <a:solidFill>
            <a:srgbClr val="1E1B4B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19 SEPTEMBER 2026   |   6:00 PM 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Annual Vision  •  Product Showcase  •  Community Alignment  •  5-Year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Welcome &amp; Introduction — Event Purpose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CC1318"/>
                </a:solidFill>
              </a:defRPr>
            </a:pPr>
            <a:r>
              <a:t>RUNIT NEXTORA</a:t>
            </a:r>
          </a:p>
          <a:p>
            <a:br/>
            <a:pPr>
              <a:defRPr sz="1400">
                <a:solidFill>
                  <a:srgbClr val="0F172A"/>
                </a:solidFill>
              </a:defRPr>
            </a:pPr>
            <a:r>
              <a:t>• Represents the next era, quarterly execution progress, continuous innovation, and sustainable product growth.</a:t>
            </a:r>
            <a:br/>
            <a:br/>
            <a:r>
              <a:t>• Serves as our recurring quarterly rhythm to review deliverables, assign sprint ownership, and track operational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9333EA"/>
                </a:solidFill>
              </a:defRPr>
            </a:pPr>
            <a:r>
              <a:t>RUNIT ONEVIA 2026</a:t>
            </a:r>
          </a:p>
          <a:p>
            <a:br/>
            <a:pPr>
              <a:defRPr sz="1400">
                <a:solidFill>
                  <a:srgbClr val="0F172A"/>
                </a:solidFill>
              </a:defRPr>
            </a:pPr>
            <a:r>
              <a:t>• Represents one vision, one community, and one direction across Runit Infotech.</a:t>
            </a:r>
            <a:br/>
            <a:br/>
            <a:r>
              <a:t>• Serves as the annual flagship gathering bringing together our people, live products, technology roadmap, and long-term aspirations.</a:t>
            </a:r>
            <a:br/>
            <a:br/>
            <a:r>
              <a:t>• Establishes a formal culture of innovation, collaboration, transparency, and accountability.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Six Key Objectives of Runit Onevia 2026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1. Company Launch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Formally introducing the official vision and technology direction of Runit Infotech.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2. Personal Brand Building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Highlighting individual expertise, leadership, and professional contributions.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3. Internal Community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Fostering an ecosystem of creators, analysts, developers, and entrepreneurs.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4. Team Alignment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Aligning every member around a shared mission, culture, and operational goals.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4048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5. Product Showcase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Demonstrating active products, prototypes, and solutions under development.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84048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6. Annual Vision Sharing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Unveiling the 5-year strategic roadmap and long-term growth pillars.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Why Runit Exists — Core Mission &amp; Vision Formula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CC1318"/>
                </a:solidFill>
              </a:defRPr>
            </a:pPr>
            <a:r>
              <a:t>THE RUNIT PHILOSOPHY</a:t>
            </a:r>
          </a:p>
          <a:p>
            <a:br/>
            <a:pPr>
              <a:defRPr sz="1500">
                <a:solidFill>
                  <a:srgbClr val="0F172A"/>
                </a:solidFill>
              </a:defRPr>
            </a:pPr>
            <a:r>
              <a:t>"Runit was created to transform ideas into products, products into solutions, and solutions into businesses."</a:t>
            </a:r>
            <a:br/>
            <a:br/>
            <a:r>
              <a:t>Today we are a small group of professionals from diverse industries. Tomorrow we aim to build products that help businesses improve productivity, automation, reporting, and decision-making.</a:t>
            </a:r>
          </a:p>
          <a:p>
            <a:br/>
            <a:pPr>
              <a:defRPr sz="1400" b="1">
                <a:solidFill>
                  <a:srgbClr val="64748B"/>
                </a:solidFill>
              </a:defRPr>
            </a:pPr>
            <a:r>
              <a:t>OUR LONG-TERM VISION EQUATION:</a:t>
            </a:r>
          </a:p>
          <a:p>
            <a:pPr>
              <a:defRPr sz="2200" b="1">
                <a:solidFill>
                  <a:srgbClr val="9333EA"/>
                </a:solidFill>
              </a:defRPr>
            </a:pPr>
            <a:r>
              <a:t>MIS  +  AUTOMATION  +  AI  +  SAAS  +  BUSINESS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About Runit Infotech — Core Focus Areas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CC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C1318"/>
                </a:solidFill>
              </a:defRPr>
            </a:pPr>
            <a:r>
              <a:t>OUR GUIDING PRINCIPLE: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"Runit is not just about coding. Runit is about solving business problems using technology."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SaaS Products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Scalable cloud tools for business productivity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83464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AI Solutions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Workflow automation &amp; intelligent decision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83464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Automation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Streamlining repetitive tasks &amp; data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83464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MIS Reporting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Executive dashboards, analytics &amp; data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Digital Products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User-centric web applications &amp; platforms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4805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Retail Technology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POS, inventory analytics &amp; sales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480560"/>
            <a:ext cx="24688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BFSI Solutions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Collection MIS &amp; vendor billing tracking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Our Journey — Continuous Learning &amp; Evolution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16916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C1318"/>
                </a:solidFill>
              </a:defRPr>
            </a:pPr>
            <a:r>
              <a:t>STEP 1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Individual Learning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Skill acquisition &amp; 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194560"/>
            <a:ext cx="16916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C1318"/>
                </a:solidFill>
              </a:defRPr>
            </a:pPr>
            <a:r>
              <a:t>STEP 2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Freelance Projects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Solving real business client challenges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16916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C1318"/>
                </a:solidFill>
              </a:defRPr>
            </a:pPr>
            <a:r>
              <a:t>STEP 3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Product Building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Transforming custom code into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59" y="2194560"/>
            <a:ext cx="16916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C1318"/>
                </a:solidFill>
              </a:defRPr>
            </a:pPr>
            <a:r>
              <a:t>STEP 4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Business Automation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Creating workflow &amp; MIS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194560"/>
            <a:ext cx="16916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C1318"/>
                </a:solidFill>
              </a:defRPr>
            </a:pPr>
            <a:r>
              <a:t>STEP 5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Team Collaboration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Building a network of expert contributors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2194560"/>
            <a:ext cx="169164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C1318"/>
                </a:solidFill>
              </a:defRPr>
            </a:pPr>
            <a:r>
              <a:t>STEP 6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Product Company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Runit Infotech flagship 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Organization Overview — Core Team &amp; Community Network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333EA"/>
                </a:solidFill>
              </a:defRPr>
            </a:pPr>
            <a:r>
              <a:t>FOUNDER &amp; PRODUCT LEAD</a:t>
            </a:r>
          </a:p>
          <a:p>
            <a:br/>
            <a:pPr>
              <a:defRPr sz="2200" b="1">
                <a:solidFill>
                  <a:srgbClr val="0F172A"/>
                </a:solidFill>
              </a:defRPr>
            </a:pPr>
            <a:r>
              <a:t>Varun Akshay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Driving product vision, architecture, software engineering, and strategic execution across Runit Infotech.</a:t>
            </a:r>
          </a:p>
          <a:p>
            <a:br/>
            <a:br/>
            <a:pPr>
              <a:defRPr sz="1600" b="1">
                <a:solidFill>
                  <a:srgbClr val="CC1318"/>
                </a:solidFill>
              </a:defRPr>
            </a:pPr>
            <a:r>
              <a:t>"Small Team. Big Vision."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Karthikeyan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Sr. Graphic Designer, Addapt UK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Muthukumaran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Proprietor, SS Technologies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46888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Vishnupriyan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MIS Executive, Datamatics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46888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Arunachalam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MIS Executive, Datamatics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9184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Ravishankar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Team Lead, Datamatics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29184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Kaviarasan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MIS Executive, Datamatics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11480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Anithkumar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Sr. Graphic Designer, Straive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11480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Santhosh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Proprietor, Sandy &amp; Style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93776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Kirubaharan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Supply Chain Manager, Renault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937760"/>
            <a:ext cx="3383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Kiruthiga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Entrepreneur, Batter Up Home Cakes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Product Portfolio Overview — Solutions Ecosystem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C1318"/>
                </a:solidFill>
              </a:defRPr>
            </a:pPr>
            <a:r>
              <a:t>BUSINESS PRODUCTIVITY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Orbita — Task &amp; Workflow Management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PowerBooks — Business Billing Suite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FlowTrack — Cash &amp; Expense Tracker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9333EA"/>
                </a:solidFill>
              </a:defRPr>
            </a:pPr>
            <a:r>
              <a:t>FINANCIAL PRODUCTIVITY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Expense Tracking &amp; Categorization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Billing Management &amp; Invoicing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Cash Flow Monitoring &amp;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BUSINESS INTELLIGENCE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MIS Reporting Services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Executive &amp; Collection Dashboards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Automation-Driven Data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Product Showcase — Orbita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C1318"/>
                </a:solidFill>
              </a:defRPr>
            </a:pPr>
            <a:r>
              <a:t>ORBITA — PROJECT &amp; WORKFLOW MANAGEMENT PLATFORM</a:t>
            </a:r>
          </a:p>
          <a:p>
            <a:br/>
            <a:pPr>
              <a:defRPr sz="1500">
                <a:solidFill>
                  <a:srgbClr val="0F172A"/>
                </a:solidFill>
              </a:defRPr>
            </a:pPr>
            <a:r>
              <a:t>• Current Status: Active Development &amp; Testing</a:t>
            </a:r>
            <a:br/>
            <a:br/>
            <a:r>
              <a:t>• Core Objective: Designed to simplify complex team workflows, task tracking, and operational efficiency.</a:t>
            </a:r>
            <a:br/>
            <a:br/>
            <a:r>
              <a:t>• Key Features &amp; Capabilities:</a:t>
            </a:r>
            <a:br/>
            <a:r>
              <a:t>   - Intuitive dashboard interface for task assignment &amp; tracking</a:t>
            </a:r>
            <a:br/>
            <a:r>
              <a:t>   - Real-time project status visibility</a:t>
            </a:r>
            <a:br/>
            <a:r>
              <a:t>   - Workflow optimization &amp; team collaboration tools</a:t>
            </a:r>
            <a:br/>
            <a:br/>
            <a:r>
              <a:t>• Future Roadmap: Feature expansion, UI/UX refinements, and integration with automated MIS reporting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Product Showcase — PowerBooks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10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9333EA"/>
                </a:solidFill>
              </a:defRPr>
            </a:pPr>
            <a:r>
              <a:t>POWERBOOKS — BUSINESS &amp; FINANCIAL PRODUCTIVITY SUITE</a:t>
            </a:r>
          </a:p>
          <a:p>
            <a:br/>
            <a:pPr>
              <a:defRPr sz="1500">
                <a:solidFill>
                  <a:srgbClr val="0F172A"/>
                </a:solidFill>
              </a:defRPr>
            </a:pPr>
            <a:r>
              <a:t>• Current Status: Active Product Platform</a:t>
            </a:r>
            <a:br/>
            <a:br/>
            <a:r>
              <a:t>• Core Objective: Aimed at helping small business owners, freelancers, and enterprises organize and manage business information efficiently.</a:t>
            </a:r>
            <a:br/>
            <a:br/>
            <a:r>
              <a:t>• Key Features &amp; Value:</a:t>
            </a:r>
            <a:br/>
            <a:r>
              <a:t>   - Streamlined invoicing and billing management</a:t>
            </a:r>
            <a:br/>
            <a:r>
              <a:t>   - High usability, performance, and responsive design</a:t>
            </a:r>
            <a:br/>
            <a:r>
              <a:t>   - Long-term value creation through structured record keeping</a:t>
            </a:r>
            <a:br/>
            <a:br/>
            <a:r>
              <a:t>• Target Users: Retailers, entrepreneurs, service providers, and business operators.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Product Showcase — FlowTrack (Cash Tracker Rebrand)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11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C1318"/>
                </a:solidFill>
              </a:defRPr>
            </a:pPr>
            <a:r>
              <a:t>FLOWTRACK — CASH FLOW &amp; EXPENSE MANAGEMENT</a:t>
            </a:r>
          </a:p>
          <a:p>
            <a:br/>
            <a:pPr>
              <a:defRPr sz="1500">
                <a:solidFill>
                  <a:srgbClr val="0F172A"/>
                </a:solidFill>
              </a:defRPr>
            </a:pPr>
            <a:r>
              <a:t>• Rebrand Announcement: Formerly known as Cash Tracker, officially rebranded as FlowTrack.</a:t>
            </a:r>
            <a:br/>
            <a:br/>
            <a:r>
              <a:t>• Core Focus: Financial productivity, expense tracking, and cash-flow visibility.</a:t>
            </a:r>
            <a:br/>
            <a:br/>
            <a:r>
              <a:t>• Key Capabilities:</a:t>
            </a:r>
            <a:br/>
            <a:r>
              <a:t>   - Simplified daily expense logging &amp; categorization</a:t>
            </a:r>
            <a:br/>
            <a:r>
              <a:t>   - Cash flow monitoring &amp; visual budget breakdown</a:t>
            </a:r>
            <a:br/>
            <a:r>
              <a:t>   - Multi-account financial tracking</a:t>
            </a:r>
            <a:br/>
            <a:br/>
            <a:r>
              <a:t>• Future Version Goals: Deep bank statement integration, automated expense tagging, and executive summary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Product Showcase — ISPARK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12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9333EA"/>
                </a:solidFill>
              </a:defRPr>
            </a:pPr>
            <a:r>
              <a:t>ISPARK — LEARNING &amp; INNOVATION PLATFORM</a:t>
            </a:r>
          </a:p>
          <a:p>
            <a:br/>
            <a:pPr>
              <a:defRPr sz="1500">
                <a:solidFill>
                  <a:srgbClr val="0F172A"/>
                </a:solidFill>
              </a:defRPr>
            </a:pPr>
            <a:r>
              <a:t>• Core Concept: A platform created to support continuous learning, innovation, team collaboration, and skill growth.</a:t>
            </a:r>
            <a:br/>
            <a:br/>
            <a:r>
              <a:t>• Core Belief: Reflects Runit Infotech's conviction that technology should empower people, foster ideas, and create meaningful career impact.</a:t>
            </a:r>
            <a:br/>
            <a:br/>
            <a:r>
              <a:t>• Target Audience: Students, technology enthusiasts, developers, and team contributors.</a:t>
            </a:r>
            <a:br/>
            <a:br/>
            <a:r>
              <a:t>• Future Vision: Interactive skill modules, mentorship tracks, and collaborative project workspaces.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Service Showcase — MIS Reporting Services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13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MIS Dashboards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Real-time executive dashboard visualizations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Productivity Reports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Employee &amp; operational efficiency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Collection MIS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Financial recovery, billing &amp; collection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Executive Reporting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High-level summary reports for leadership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4048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Business Analytics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In-depth trend analysis &amp; data-driven 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840480"/>
            <a:ext cx="33832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Automation Reporting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Automated email &amp; scheduled PDF/Excel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Five-Year Strategic Roadmap (2026–2030+)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14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603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C1318"/>
                </a:solidFill>
              </a:defRPr>
            </a:pPr>
            <a:r>
              <a:t>Phase 1 (2026–2027)</a:t>
            </a:r>
          </a:p>
          <a:p>
            <a:pPr>
              <a:defRPr sz="1100" b="1">
                <a:solidFill>
                  <a:srgbClr val="9333EA"/>
                </a:solidFill>
              </a:defRPr>
            </a:pPr>
            <a:r>
              <a:t>STABILIZATION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Website Completion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Portfolio Development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Product Stabilization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Social Media Presence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Quarterly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C1318"/>
                </a:solidFill>
              </a:defRPr>
            </a:pPr>
            <a:r>
              <a:t>Phase 2 (2027–2028)</a:t>
            </a:r>
          </a:p>
          <a:p>
            <a:pPr>
              <a:defRPr sz="1100" b="1">
                <a:solidFill>
                  <a:srgbClr val="9333EA"/>
                </a:solidFill>
              </a:defRPr>
            </a:pPr>
            <a:r>
              <a:t>EXPANSION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Product Enhancements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Initial Client Acquisition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Service Expansion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Automation Solutions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Community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C1318"/>
                </a:solidFill>
              </a:defRPr>
            </a:pPr>
            <a:r>
              <a:t>Phase 3 (2028–2030)</a:t>
            </a:r>
          </a:p>
          <a:p>
            <a:pPr>
              <a:defRPr sz="1100" b="1">
                <a:solidFill>
                  <a:srgbClr val="9333EA"/>
                </a:solidFill>
              </a:defRPr>
            </a:pPr>
            <a:r>
              <a:t>SCALE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SaaS Expansion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AI Integration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Dashboard Products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Industry Solutions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Scalable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C1318"/>
                </a:solidFill>
              </a:defRPr>
            </a:pPr>
            <a:r>
              <a:t>Phase 4 (2030+)</a:t>
            </a:r>
          </a:p>
          <a:p>
            <a:pPr>
              <a:defRPr sz="1100" b="1">
                <a:solidFill>
                  <a:srgbClr val="9333EA"/>
                </a:solidFill>
              </a:defRPr>
            </a:pPr>
            <a:r>
              <a:t>LEADERSHIP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Recognized Product Co.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MIS Solutions Brand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AI Automation Platform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BI Ecosystem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Global Portfolio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Immediate Objectives — Action Plan Post-Event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15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1. Finalize Org Structure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Define roles and contributor responsibilities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2. Assign Product Ownership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Designate product leads for Orbita, PowerBooks &amp; FlowTrack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3. Start Development Sprints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Initiate focused bi-weekly execution sprints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64592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4. Improve Documentation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Standardize API specs, user guides &amp; product docs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5. Build Social Media Presence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Establish brand visibility on LinkedIn &amp; YouTube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84048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6. Release Beta Products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Launch initial user testing for selected 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4048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7. Create Quarterly Goals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Set clear KPIs for Runit Nextora Q4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3840480"/>
            <a:ext cx="246888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9333EA"/>
                </a:solidFill>
              </a:defRPr>
            </a:pPr>
            <a:r>
              <a:t>8. Schedule Next Review</a:t>
            </a:r>
          </a:p>
          <a:p>
            <a:br/>
            <a:pPr>
              <a:defRPr sz="1100">
                <a:solidFill>
                  <a:srgbClr val="0F172A"/>
                </a:solidFill>
              </a:defRPr>
            </a:pPr>
            <a:r>
              <a:t>Confirm calendar date for next quarterly gathering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Product Strategy &amp; Vertical Focus Matrix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16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Business Productivity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Orbita  •  PowerBooks  •  FlowTrack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Financial Productivity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Expense Tracking  •  Billing Management  •  Cash Flow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Business Intelligence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MIS Reporting Services  •  Executive Dashboards  • 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0896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Retail Solutions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Retail MIS  •  Inventory Analytics  •  Sales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BFSI Solutions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Collection MIS  •  Vendor Billing  •  Productivity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572000"/>
            <a:ext cx="51206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CC1318"/>
                </a:solidFill>
              </a:defRPr>
            </a:pPr>
            <a:r>
              <a:t>AI Services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AI Productivity Consulting  •  AI Workflow Automation  •  Assisted Reporting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AI &amp; Automation Vision — Building Smart Workflows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17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1318"/>
                </a:solidFill>
              </a:defRPr>
            </a:pPr>
            <a:r>
              <a:t>AI Productivity Consulting</a:t>
            </a:r>
          </a:p>
          <a:p>
            <a:br/>
            <a:br/>
            <a:pPr>
              <a:defRPr sz="1400">
                <a:solidFill>
                  <a:srgbClr val="0F172A"/>
                </a:solidFill>
              </a:defRPr>
            </a:pPr>
            <a:r>
              <a:t>Helping businesses identify high-impact automation opportunities and streamline internal processes.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9333EA"/>
                </a:solidFill>
              </a:defRPr>
            </a:pPr>
            <a:r>
              <a:t>AI Workflow Automation</a:t>
            </a:r>
          </a:p>
          <a:p>
            <a:br/>
            <a:br/>
            <a:pPr>
              <a:defRPr sz="1400">
                <a:solidFill>
                  <a:srgbClr val="0F172A"/>
                </a:solidFill>
              </a:defRPr>
            </a:pPr>
            <a:r>
              <a:t>Integrating custom AI agents, automated data pipelines, and intelligent API connectors.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AI-Assisted MIS Reporting</a:t>
            </a:r>
          </a:p>
          <a:p>
            <a:br/>
            <a:br/>
            <a:pPr>
              <a:defRPr sz="1400">
                <a:solidFill>
                  <a:srgbClr val="0F172A"/>
                </a:solidFill>
              </a:defRPr>
            </a:pPr>
            <a:r>
              <a:t>Transforming raw operational data into automated executive summaries and natural-language insights.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Community Voices &amp; Transparency Policy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18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CC1318"/>
                </a:solidFill>
              </a:defRPr>
            </a:pPr>
            <a:r>
              <a:t>COMMUNITY VOICES &amp; PRESENTATIONS</a:t>
            </a:r>
          </a:p>
          <a:p>
            <a:br/>
            <a:pPr>
              <a:defRPr sz="1400">
                <a:solidFill>
                  <a:srgbClr val="0F172A"/>
                </a:solidFill>
              </a:defRPr>
            </a:pPr>
            <a:r>
              <a:t>• Member Presentations:</a:t>
            </a:r>
            <a:br/>
            <a:r>
              <a:t>   Every contributor shares their journey, skills, industry insights, and collaboration vision.</a:t>
            </a:r>
            <a:br/>
            <a:br/>
            <a:r>
              <a:t>• Purpose:</a:t>
            </a:r>
            <a:br/>
            <a:r>
              <a:t>   Strengthen team connections, exchange cross-industry knowledge, and build an active ecosystem of collaboration.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9333EA"/>
                </a:solidFill>
              </a:defRPr>
            </a:pPr>
            <a:r>
              <a:t>WHAT WE SHARE &amp; TRANSPARENCY POLICY</a:t>
            </a:r>
          </a:p>
          <a:p>
            <a:br/>
            <a:pPr>
              <a:defRPr sz="1400">
                <a:solidFill>
                  <a:srgbClr val="0F172A"/>
                </a:solidFill>
              </a:defRPr>
            </a:pPr>
            <a:r>
              <a:t>• What We Share Publicly:</a:t>
            </a:r>
            <a:br/>
            <a:r>
              <a:t>   Annual Vision, Team Structure, Product Roadmaps, Learning Experiences, Strategic Technology Initiatives.</a:t>
            </a:r>
            <a:br/>
            <a:br/>
            <a:r>
              <a:t>• Internal Confidentiality:</a:t>
            </a:r>
            <a:br/>
            <a:r>
              <a:t>   Revenue numbers and client counts are reserved for internal review. Product experiments are framed as learning cycles that shape the organization.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1318"/>
                </a:solidFill>
                <a:latin typeface="Arial"/>
              </a:defRPr>
            </a:pPr>
            <a:r>
              <a:t>RUNIT INFOTECH  |  RUNIT ONEVIA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Presentation Flow — 20-Slide Agenda Summary</a:t>
            </a:r>
          </a:p>
        </p:txBody>
      </p:sp>
      <p:pic>
        <p:nvPicPr>
          <p:cNvPr id="4" name="Picture 3" descr="WITH SLO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103120" cy="72072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Learn Continuously  •  Build Consistently  •  Collaborate Effectively  •  Grow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19 /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1. Runit Onevia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2. Welcome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4592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3. Event Agenda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64592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4. Why Runit Exists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5. About Runit Infotech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51460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6. Our Journey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51460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7. Mission &amp; Vision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51460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8. Team &amp; Community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9. Product Portfolio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38328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10. Orbita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338328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11. PowerBooks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38328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12. FlowTrack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59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13. ISPARK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4251959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14. MIS Reporting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4251959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15. Five-Year Roadmap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4251959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16. Community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17. AI &amp; Automation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512064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18. Quarterly Goals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512064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19. Thank You Team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120640"/>
            <a:ext cx="24688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20. Open Discussion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TH SLOGAN 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731520"/>
            <a:ext cx="3931920" cy="13474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THANK YOU FOR BEING PART OF THE JOURNEY</a:t>
            </a:r>
          </a:p>
          <a:p>
            <a:br/>
            <a:pPr algn="ctr">
              <a:defRPr sz="1600">
                <a:solidFill>
                  <a:srgbClr val="FFFFFF"/>
                </a:solidFill>
              </a:defRPr>
            </a:pPr>
            <a:r>
              <a:t>"Runit is not being built for today. Runit is being built as a platform for learning, collaboration, innovation, automation, and product creation."</a:t>
            </a:r>
            <a:br/>
          </a:p>
          <a:p>
            <a:pPr algn="ctr">
              <a:defRPr sz="1400" b="1">
                <a:solidFill>
                  <a:srgbClr val="CC1318"/>
                </a:solidFill>
              </a:defRPr>
            </a:pPr>
            <a:r>
              <a:t>OUR GOAL IS SIMPLE: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Learn Continuously.   Build Consistently.   Collaborate Effectively.   Grow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